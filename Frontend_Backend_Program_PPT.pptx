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Front-End (HTML)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&lt;!DOCTYPE html&gt;</a:t>
            </a:r>
          </a:p>
          <a:p>
            <a:r>
              <a:t>&lt;html&gt;</a:t>
            </a:r>
          </a:p>
          <a:p>
            <a:r>
              <a:t>&lt;head&gt;</a:t>
            </a:r>
          </a:p>
          <a:p>
            <a:r>
              <a:t>&lt;title&gt;AI Health Prediction&lt;/title&gt;</a:t>
            </a:r>
          </a:p>
          <a:p>
            <a:r>
              <a:t>&lt;/head&gt;</a:t>
            </a:r>
          </a:p>
          <a:p>
            <a:r>
              <a:t>&lt;body&gt;</a:t>
            </a:r>
          </a:p>
          <a:p>
            <a:r>
              <a:t>&lt;form action="/predict" method="post"&gt;</a:t>
            </a:r>
          </a:p>
          <a:p>
            <a:r>
              <a:t>Age: &lt;input type="number" name="age"&gt;&lt;br&gt;</a:t>
            </a:r>
          </a:p>
          <a:p>
            <a:r>
              <a:t>BMI: &lt;input type="text" name="bmi"&gt;&lt;br&gt;</a:t>
            </a:r>
          </a:p>
          <a:p>
            <a:r>
              <a:t>Blood Pressure: &lt;input type="text" name="bp"&gt;&lt;br&gt;</a:t>
            </a:r>
          </a:p>
          <a:p>
            <a:r>
              <a:t>&lt;input type="submit" value="Predict"&gt;</a:t>
            </a:r>
          </a:p>
          <a:p>
            <a:r>
              <a:t>&lt;/form&gt;</a:t>
            </a:r>
          </a:p>
          <a:p>
            <a:r>
              <a:t>&lt;/body&gt;</a:t>
            </a:r>
          </a:p>
          <a:p>
            <a:r>
              <a:t>&lt;/html&gt;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Back-End (Python Flask)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flask import Flask, request</a:t>
            </a:r>
          </a:p>
          <a:p>
            <a:r>
              <a:t>app = Flask(__name__)</a:t>
            </a:r>
          </a:p>
          <a:p/>
          <a:p>
            <a:r>
              <a:t>@app.route('/predict', methods=['POST'])</a:t>
            </a:r>
          </a:p>
          <a:p>
            <a:r>
              <a:t>def predict():</a:t>
            </a:r>
          </a:p>
          <a:p>
            <a:r>
              <a:t>    age = int(request.form['age'])</a:t>
            </a:r>
          </a:p>
          <a:p>
            <a:r>
              <a:t>    bmi = float(request.form['bmi'])</a:t>
            </a:r>
          </a:p>
          <a:p>
            <a:r>
              <a:t>    bp = float(request.form['bp'])</a:t>
            </a:r>
          </a:p>
          <a:p/>
          <a:p>
            <a:r>
              <a:t>    if bmi &gt; 25 or bp &gt; 120:</a:t>
            </a:r>
          </a:p>
          <a:p>
            <a:r>
              <a:t>        return 'High Health Risk'</a:t>
            </a:r>
          </a:p>
          <a:p>
            <a:r>
              <a:t>    else:</a:t>
            </a:r>
          </a:p>
          <a:p>
            <a:r>
              <a:t>        return 'Low Health Risk'</a:t>
            </a:r>
          </a:p>
          <a:p/>
          <a:p>
            <a:r>
              <a:t>app.run(debug=True)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