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Health Prediction System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Presented By:</a:t>
            </a:r>
          </a:p>
          <a:p>
            <a:r>
              <a:rPr dirty="0"/>
              <a:t>Name: </a:t>
            </a:r>
            <a:r>
              <a:rPr lang="en-IN" dirty="0"/>
              <a:t>____</a:t>
            </a:r>
            <a:r>
              <a:rPr lang="en-IN" dirty="0" err="1"/>
              <a:t>R.Priyavadhana</a:t>
            </a:r>
            <a:r>
              <a:rPr dirty="0"/>
              <a:t>_____</a:t>
            </a:r>
          </a:p>
          <a:p>
            <a:r>
              <a:rPr dirty="0"/>
              <a:t>Department: AI &amp; 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uses Machine Learning to predict possible health conditions based on health data such as age, blood pressure, glucose level, BMI, and heart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 End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HTML, CSS, JavaScript</a:t>
            </a:r>
          </a:p>
          <a:p>
            <a:r>
              <a:t>Features: User-friendly interface, health data input, prediction display.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End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Python, Flask, Scikit-learn, Pandas, NumPy</a:t>
            </a:r>
          </a:p>
          <a:p>
            <a:r>
              <a:t>Functions: Data processing, model training,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Enter Health Data → AI Prediction System → View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3D14-3DC0-E645-F38F-9C7B25BC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0075-3EC6-A677-A2C4-6655DA3AA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+------------------+
|     PATIENT      |
+------------------+
| </a:t>
            </a:r>
            <a:r>
              <a:rPr lang="en-IN" dirty="0" err="1"/>
              <a:t>Patient_ID</a:t>
            </a:r>
            <a:r>
              <a:rPr lang="en-IN" dirty="0"/>
              <a:t> (PK)  |
| Name             |
| Age              |
| Gender           |
| Contact          |
+------------------+
         |
         | 1
         |
         | M
+------------------+
|   HEALTH_DATA    |
+------------------+
| </a:t>
            </a:r>
            <a:r>
              <a:rPr lang="en-IN" dirty="0" err="1"/>
              <a:t>Health_ID</a:t>
            </a:r>
            <a:r>
              <a:rPr lang="en-IN" dirty="0"/>
              <a:t> (PK)   |
| </a:t>
            </a:r>
            <a:r>
              <a:rPr lang="en-IN" dirty="0" err="1"/>
              <a:t>Patient_ID</a:t>
            </a:r>
            <a:r>
              <a:rPr lang="en-IN" dirty="0"/>
              <a:t> (FK)  |
| BMI              |
| </a:t>
            </a:r>
            <a:r>
              <a:rPr lang="en-IN" dirty="0" err="1"/>
              <a:t>Blood_Pressure</a:t>
            </a:r>
            <a:r>
              <a:rPr lang="en-IN" dirty="0"/>
              <a:t>   |
| </a:t>
            </a:r>
            <a:r>
              <a:rPr lang="en-IN" dirty="0" err="1"/>
              <a:t>Glucose_Level</a:t>
            </a:r>
            <a:r>
              <a:rPr lang="en-IN" dirty="0"/>
              <a:t>    |
| </a:t>
            </a:r>
            <a:r>
              <a:rPr lang="en-IN" dirty="0" err="1"/>
              <a:t>Heart_Rate</a:t>
            </a:r>
            <a:r>
              <a:rPr lang="en-IN" dirty="0"/>
              <a:t>       |
| Cholesterol      |
+------------------+
         |
         | 1
         |
         | M
+------------------+
|   PREDICTION     |
+------------------+
| </a:t>
            </a:r>
            <a:r>
              <a:rPr lang="en-IN" dirty="0" err="1"/>
              <a:t>Prediction_ID</a:t>
            </a:r>
            <a:r>
              <a:rPr lang="en-IN" dirty="0"/>
              <a:t>(PK)|
| </a:t>
            </a:r>
            <a:r>
              <a:rPr lang="en-IN" dirty="0" err="1"/>
              <a:t>Health_ID</a:t>
            </a:r>
            <a:r>
              <a:rPr lang="en-IN" dirty="0"/>
              <a:t> (FK)   |
| </a:t>
            </a:r>
            <a:r>
              <a:rPr lang="en-IN" dirty="0" err="1"/>
              <a:t>Disease_Name</a:t>
            </a:r>
            <a:r>
              <a:rPr lang="en-IN" dirty="0"/>
              <a:t>     |
| </a:t>
            </a:r>
            <a:r>
              <a:rPr lang="en-IN" dirty="0" err="1"/>
              <a:t>Risk_Level</a:t>
            </a:r>
            <a:r>
              <a:rPr lang="en-IN" dirty="0"/>
              <a:t>       |
| </a:t>
            </a:r>
            <a:r>
              <a:rPr lang="en-IN" dirty="0" err="1"/>
              <a:t>Prediction_Date</a:t>
            </a:r>
            <a:r>
              <a:rPr lang="en-IN" dirty="0"/>
              <a:t>  |
+------------------+
         |
         | M
         |
         | 1
+------------------+
|    ML_MODEL      |
+------------------+
| </a:t>
            </a:r>
            <a:r>
              <a:rPr lang="en-IN" dirty="0" err="1"/>
              <a:t>Model_ID</a:t>
            </a:r>
            <a:r>
              <a:rPr lang="en-IN" dirty="0"/>
              <a:t> (PK)    |
| </a:t>
            </a:r>
            <a:r>
              <a:rPr lang="en-IN" dirty="0" err="1"/>
              <a:t>Model_Name</a:t>
            </a:r>
            <a:r>
              <a:rPr lang="en-IN" dirty="0"/>
              <a:t>       |
| Accuracy         |
| </a:t>
            </a:r>
            <a:r>
              <a:rPr lang="en-IN" dirty="0" err="1"/>
              <a:t>Algorithm_Type</a:t>
            </a:r>
            <a:r>
              <a:rPr lang="en-IN" dirty="0"/>
              <a:t>   |
+------------------+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8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Health Record →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 disease detection</a:t>
            </a:r>
          </a:p>
          <a:p>
            <a:r>
              <a:t>• Faster diagnosis</a:t>
            </a:r>
          </a:p>
          <a:p>
            <a:r>
              <a:t>• Improved healthcare decisions</a:t>
            </a:r>
          </a:p>
          <a:p>
            <a:r>
              <a:t>• Cost-effective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helps predict health risks and supports better healthcare decision-making.</a:t>
            </a:r>
          </a:p>
          <a:p>
            <a:endParaRPr/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AI-Based Health Prediction System Using Machine Learning</vt:lpstr>
      <vt:lpstr>Abstract</vt:lpstr>
      <vt:lpstr>Front End Details</vt:lpstr>
      <vt:lpstr>Back End Details</vt:lpstr>
      <vt:lpstr>Use Case Diagram</vt:lpstr>
      <vt:lpstr>ER diagram </vt:lpstr>
      <vt:lpstr>ER Diagram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Health Prediction System Using Machine Learning</dc:title>
  <dc:subject/>
  <dc:creator/>
  <cp:keywords/>
  <dc:description>generated using python-pptx</dc:description>
  <cp:lastModifiedBy>25aidspriyavadhanarvsb_aids</cp:lastModifiedBy>
  <cp:revision>2</cp:revision>
  <dcterms:created xsi:type="dcterms:W3CDTF">2013-01-27T09:14:16Z</dcterms:created>
  <dcterms:modified xsi:type="dcterms:W3CDTF">2026-06-09T06:10:32Z</dcterms:modified>
  <cp:category/>
</cp:coreProperties>
</file>